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  <a:p>
            <a:pPr algn="l">
              <a:defRPr sz="4400" b="1">
                <a:solidFill>
                  <a:srgbClr val="00FFFF"/>
                </a:solidFill>
                <a:latin typeface="Arial"/>
              </a:defRPr>
            </a:pPr>
            <a:r>
              <a:t>SandAgent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34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64C8FF"/>
                </a:solidFill>
              </a:defRPr>
            </a:pPr>
            <a:r>
              <a:t>Turn powerful coding agents into universal Super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4400" b="1">
                <a:solidFill>
                  <a:srgbClr val="00FFFF"/>
                </a:solidFill>
                <a:latin typeface="Arial"/>
              </a:defRPr>
            </a:pPr>
            <a:r>
              <a:t>The Problem: Building Agents is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Traditional SDK approach is painful and slow (6+ months)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Complex Memory Management (History, Context, Summarization)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Difficult Tool Integration &amp; MCP Servers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Infrastructure Headaches (Sandboxes, Filesystems)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Endless Prompt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4400" b="1">
                <a:solidFill>
                  <a:srgbClr val="00FFFF"/>
                </a:solidFill>
                <a:latin typeface="Arial"/>
              </a:defRPr>
            </a:pPr>
            <a:r>
              <a:t>The Solution: SandAgent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Don't rebuild the agent — just redirect it.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Reuse Coding Agents: Leverage Claude Code, Codex CLI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Skip the hard parts: Memory, Context, Tools are built-in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Speed: 1 day to production vs 6 months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Simplicity: Define agents with simple Markdown templates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4400" b="1">
                <a:solidFill>
                  <a:srgbClr val="00FFFF"/>
                </a:solidFill>
                <a:latin typeface="Arial"/>
              </a:defRPr>
            </a:pPr>
            <a:r>
              <a:t>Specialized Super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Data Analyst: SQL, Python, Visualization ('analyst')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Research Assistant: Web research, Source evaluation ('researcher')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Code Assistant: Review, Debug, Refactor ('coder')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SEO Agent: Keyword research, Optimization ('seo-agent')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Custom: Define any role via CLAUDE.md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4400" b="1">
                <a:solidFill>
                  <a:srgbClr val="00FFFF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2286000" cy="1371600"/>
          </a:xfrm>
          <a:prstGeom prst="roundRect">
            <a:avLst/>
          </a:prstGeom>
          <a:solidFill>
            <a:srgbClr val="0064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Template</a:t>
            </a:r>
          </a:p>
          <a:p>
            <a:r>
              <a:t>(CLAUDE.md)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91840" y="3291840"/>
            <a:ext cx="9144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2743200"/>
            <a:ext cx="2286000" cy="1371600"/>
          </a:xfrm>
          <a:prstGeom prst="roundRect">
            <a:avLst/>
          </a:prstGeom>
          <a:solidFill>
            <a:srgbClr val="0096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Runner</a:t>
            </a:r>
          </a:p>
          <a:p>
            <a:r>
              <a:t>(Claude/Codex)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766560" y="3291840"/>
            <a:ext cx="9144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0" y="2743200"/>
            <a:ext cx="2286000" cy="1371600"/>
          </a:xfrm>
          <a:prstGeom prst="roundRect">
            <a:avLst/>
          </a:prstGeom>
          <a:solidFill>
            <a:srgbClr val="9632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Sandbox</a:t>
            </a:r>
          </a:p>
          <a:p>
            <a:r>
              <a:t>(E2B / Sandock)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4400" b="1">
                <a:solidFill>
                  <a:srgbClr val="00FFFF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Template-Based: Zero code, just Markdown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Sandboxed Execution: Secure, isolated environments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Persistent Sessions: Resume work anytime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Swappable Infrastructure: Local / Docker / Cloud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GAIA Benchmark Included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4400" b="1">
                <a:solidFill>
                  <a:srgbClr val="00FFFF"/>
                </a:solidFill>
                <a:latin typeface="Arial"/>
              </a:defRPr>
            </a:pPr>
            <a:r>
              <a:t>Get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1. Clone Repo &amp; Install Dependencies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2. Configure API Keys (Anthropic)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3. Run Web UI: pnpm dev -&gt; localhost:3000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• Or use CLI: sandagent run -- 'Make a PPT'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  <a:p>
            <a:pPr algn="l">
              <a:defRPr sz="4400" b="1">
                <a:solidFill>
                  <a:srgbClr val="00FFFF"/>
                </a:solidFill>
                <a:latin typeface="Arial"/>
              </a:defRPr>
            </a:pPr>
            <a:r>
              <a:t>SandAgent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34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64C8FF"/>
                </a:solidFill>
              </a:defRPr>
            </a:pPr>
            <a:r>
              <a:t>https://github.com/vikadata/sandagent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